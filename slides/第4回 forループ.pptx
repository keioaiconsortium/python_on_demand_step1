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a5793f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a5793f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a5793fa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a5793fa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a5793fad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a5793fad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a5793fad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a5793fad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a5793fad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a5793fad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a5793fad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a5793fa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a5793fa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a5793fa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a5793fad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a5793fad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250"/>
              <a:t>Python入門オンデマンド講座</a:t>
            </a:r>
            <a:br>
              <a:rPr lang="ja"/>
            </a:br>
            <a:r>
              <a:rPr lang="ja"/>
              <a:t>第4回 forループ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作成モジュール：勝利パターン巡回による勝敗判定・引き分け判定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今回の小目標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forループで8つの勝利パターンを巡回し、勝敗・引き分けを</a:t>
            </a:r>
            <a:br>
              <a:rPr lang="ja"/>
            </a:br>
            <a:r>
              <a:rPr lang="ja"/>
              <a:t>判定するロジックを書くこと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for</a:t>
            </a:r>
            <a:r>
              <a:rPr lang="ja"/>
              <a:t>ループとは</a:t>
            </a:r>
            <a:endParaRPr/>
          </a:p>
        </p:txBody>
      </p:sp>
      <p:pic>
        <p:nvPicPr>
          <p:cNvPr id="143" name="Google Shape;143;p27" title="Screenshot 2026-03-25 at 21.22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89738"/>
            <a:ext cx="9144003" cy="173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range()</a:t>
            </a:r>
            <a:r>
              <a:rPr lang="ja"/>
              <a:t>で連番を繰り返す</a:t>
            </a:r>
            <a:endParaRPr/>
          </a:p>
        </p:txBody>
      </p:sp>
      <p:pic>
        <p:nvPicPr>
          <p:cNvPr id="149" name="Google Shape;149;p28" title="Screenshot 2026-03-25 at 21.23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1473"/>
            <a:ext cx="9144003" cy="1580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リストのリスト（2次元リスト）で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勝利パターンを定義する</a:t>
            </a:r>
            <a:endParaRPr/>
          </a:p>
        </p:txBody>
      </p:sp>
      <p:pic>
        <p:nvPicPr>
          <p:cNvPr id="155" name="Google Shape;155;p29" title="Screenshot 2026-03-25 at 21.24.58.png"/>
          <p:cNvPicPr preferRelativeResize="0"/>
          <p:nvPr/>
        </p:nvPicPr>
        <p:blipFill rotWithShape="1">
          <a:blip r:embed="rId3">
            <a:alphaModFix/>
          </a:blip>
          <a:srcRect b="0" l="0" r="45876" t="0"/>
          <a:stretch/>
        </p:blipFill>
        <p:spPr>
          <a:xfrm>
            <a:off x="2227513" y="1450575"/>
            <a:ext cx="4688973" cy="369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for</a:t>
            </a:r>
            <a:r>
              <a:rPr lang="ja"/>
              <a:t>ループで勝者を判定する</a:t>
            </a:r>
            <a:endParaRPr/>
          </a:p>
        </p:txBody>
      </p:sp>
      <p:pic>
        <p:nvPicPr>
          <p:cNvPr id="161" name="Google Shape;161;p30" title="Screenshot 2026-03-25 at 21.26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9263"/>
            <a:ext cx="9144003" cy="287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引き分けを判定する</a:t>
            </a:r>
            <a:endParaRPr/>
          </a:p>
        </p:txBody>
      </p:sp>
      <p:pic>
        <p:nvPicPr>
          <p:cNvPr id="167" name="Google Shape;167;p31" title="Screenshot 2026-03-25 at 21.28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52359"/>
            <a:ext cx="9144003" cy="2370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演習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演習コーディングタイムの講座の進め方は、まだ悩み中。</a:t>
            </a:r>
            <a:br>
              <a:rPr lang="ja"/>
            </a:br>
            <a:br>
              <a:rPr lang="ja"/>
            </a:br>
            <a:r>
              <a:rPr lang="ja"/>
              <a:t>・スライドでしていく or</a:t>
            </a:r>
            <a:br>
              <a:rPr lang="ja"/>
            </a:br>
            <a:r>
              <a:rPr lang="ja"/>
              <a:t>・Colabを見せながらコーディングしていく</a:t>
            </a:r>
            <a:endParaRPr/>
          </a:p>
        </p:txBody>
      </p:sp>
      <p:pic>
        <p:nvPicPr>
          <p:cNvPr id="174" name="Google Shape;174;p32" title="Screenshot 2026-03-25 at 21.29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64150"/>
            <a:ext cx="5209958" cy="22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2" title="Screenshot 2026-03-25 at 21.31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6666" y="2864150"/>
            <a:ext cx="6867333" cy="22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まとめ</a:t>
            </a:r>
            <a:endParaRPr/>
          </a:p>
        </p:txBody>
      </p:sp>
      <p:pic>
        <p:nvPicPr>
          <p:cNvPr id="181" name="Google Shape;181;p33" title="Screenshot 2026-03-25 at 21.33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93708"/>
            <a:ext cx="9144000" cy="4149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