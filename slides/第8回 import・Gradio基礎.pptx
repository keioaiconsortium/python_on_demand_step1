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e9e32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e9e32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560c0ae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a560c0ae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560c0ae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a560c0ae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560c0ae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a560c0ae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560c0ae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a560c0ae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560c0ae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a560c0ae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a560c0ae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a560c0ae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a560c0ae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a560c0ae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a560c0aed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a560c0ae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1099" y="231377"/>
            <a:ext cx="1397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r>
              <a:rPr lang="ja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250"/>
              <a:t>Python入門オンデマンド講座</a:t>
            </a:r>
            <a:br>
              <a:rPr lang="ja"/>
            </a:br>
            <a:r>
              <a:rPr lang="ja"/>
              <a:t>第8回 import・Gradio基礎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作成モジュール：ボタン9個＋ステータス表示のUI骨組み</a:t>
            </a:r>
            <a:endParaRPr/>
          </a:p>
        </p:txBody>
      </p:sp>
      <p:pic>
        <p:nvPicPr>
          <p:cNvPr id="132" name="Google Shape;132;p25" title="Screenshot 2026-03-25 at 20.30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28107"/>
            <a:ext cx="9144003" cy="109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今回の小目標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Gradioを使ってボタン9個＋ステータス表示＋リセットボタン</a:t>
            </a:r>
            <a:br>
              <a:rPr lang="ja"/>
            </a:br>
            <a:r>
              <a:rPr lang="ja"/>
              <a:t>のUI骨組みを作ること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import</a:t>
            </a:r>
            <a:r>
              <a:rPr lang="ja"/>
              <a:t>とは何か</a:t>
            </a:r>
            <a:endParaRPr/>
          </a:p>
        </p:txBody>
      </p:sp>
      <p:pic>
        <p:nvPicPr>
          <p:cNvPr id="144" name="Google Shape;144;p27" title="Screenshot 2026-03-25 at 20.35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3255"/>
            <a:ext cx="9144003" cy="317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Gradioとは</a:t>
            </a:r>
            <a:endParaRPr/>
          </a:p>
        </p:txBody>
      </p:sp>
      <p:pic>
        <p:nvPicPr>
          <p:cNvPr id="150" name="Google Shape;150;p28" title="Screenshot 2026-03-25 at 20.36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73472"/>
            <a:ext cx="9144003" cy="843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gr.Blocksによる画面構成</a:t>
            </a:r>
            <a:endParaRPr/>
          </a:p>
        </p:txBody>
      </p:sp>
      <p:pic>
        <p:nvPicPr>
          <p:cNvPr id="156" name="Google Shape;156;p29" title="Screenshot 2026-03-25 at 20.37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2513"/>
            <a:ext cx="9144003" cy="20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主要なコンポーネント</a:t>
            </a:r>
            <a:endParaRPr/>
          </a:p>
        </p:txBody>
      </p:sp>
      <p:pic>
        <p:nvPicPr>
          <p:cNvPr id="162" name="Google Shape;162;p30" title="Screenshot 2026-03-25 at 20.38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825" y="1353725"/>
            <a:ext cx="6878351" cy="35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ボタンを3×3に並べる</a:t>
            </a:r>
            <a:endParaRPr/>
          </a:p>
        </p:txBody>
      </p:sp>
      <p:pic>
        <p:nvPicPr>
          <p:cNvPr id="168" name="Google Shape;168;p31" title="Screenshot 2026-03-25 at 20.39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825" y="1379769"/>
            <a:ext cx="6918359" cy="3570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演習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演習コーディングタイムの講座の進め方は、まだ悩み中。</a:t>
            </a:r>
            <a:br>
              <a:rPr lang="ja"/>
            </a:br>
            <a:br>
              <a:rPr lang="ja"/>
            </a:br>
            <a:r>
              <a:rPr lang="ja"/>
              <a:t>・スライドでしていく or</a:t>
            </a:r>
            <a:br>
              <a:rPr lang="ja"/>
            </a:br>
            <a:r>
              <a:rPr lang="ja"/>
              <a:t>・Colabを見せながらコーディングしていく</a:t>
            </a:r>
            <a:endParaRPr/>
          </a:p>
        </p:txBody>
      </p:sp>
      <p:pic>
        <p:nvPicPr>
          <p:cNvPr id="175" name="Google Shape;175;p32" title="Screenshot 2026-03-25 at 20.42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2250"/>
            <a:ext cx="4434675" cy="24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2" title="Screenshot 2026-03-25 at 20.43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4675" y="2652245"/>
            <a:ext cx="4709326" cy="1306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まとめ</a:t>
            </a:r>
            <a:endParaRPr/>
          </a:p>
        </p:txBody>
      </p:sp>
      <p:pic>
        <p:nvPicPr>
          <p:cNvPr id="182" name="Google Shape;182;p33" title="Screenshot 2026-03-25 at 20.44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9381"/>
            <a:ext cx="9144000" cy="316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テーマ">
  <a:themeElements>
    <a:clrScheme name="緑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