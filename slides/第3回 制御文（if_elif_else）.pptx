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千野浩輔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3-25T12:39:12.687">
    <p:pos x="6000" y="0"/>
    <p:text>ifを複数並べるときと、elifを使う時の違いを追加で説明する。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7e9e32c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7e9e32c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a57eabf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a57eabf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a57eabf5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a57eabf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a57eabf5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a57eabf5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57eabf5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a57eabf5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57eabf5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a57eabf5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a57eabf5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a57eabf5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a57eabf5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a57eabf5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a57eabf5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a57eabf5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1099" y="231377"/>
            <a:ext cx="13970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r>
              <a:rPr lang="ja"/>
              <a:t>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250"/>
              <a:t>Python入門オンデマンド講座</a:t>
            </a:r>
            <a:br>
              <a:rPr lang="ja"/>
            </a:br>
            <a:r>
              <a:rPr lang="ja"/>
              <a:t>第3回 制御文（if/elif/else）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作成モジュール：手の有効性判定、手番切り替えロジック</a:t>
            </a:r>
            <a:endParaRPr/>
          </a:p>
        </p:txBody>
      </p:sp>
      <p:pic>
        <p:nvPicPr>
          <p:cNvPr id="132" name="Google Shape;132;p25" title="Screenshot 2026-03-25 at 21.35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53982"/>
            <a:ext cx="9144003" cy="109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今回の小目標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条件分岐を使って手の有効性を判定し、手番を切り替える</a:t>
            </a:r>
            <a:br>
              <a:rPr lang="ja"/>
            </a:br>
            <a:r>
              <a:rPr lang="ja"/>
              <a:t>ロジックを書くこと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プログラムに「判断」させる</a:t>
            </a:r>
            <a:endParaRPr/>
          </a:p>
        </p:txBody>
      </p:sp>
      <p:pic>
        <p:nvPicPr>
          <p:cNvPr id="144" name="Google Shape;144;p27" title="Screenshot 2026-03-25 at 21.35.4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15121"/>
            <a:ext cx="9144003" cy="2348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比較演算子</a:t>
            </a:r>
            <a:endParaRPr/>
          </a:p>
        </p:txBody>
      </p:sp>
      <p:pic>
        <p:nvPicPr>
          <p:cNvPr id="150" name="Google Shape;150;p28" title="Screenshot 2026-03-25 at 21.36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6898" y="1525875"/>
            <a:ext cx="5030200" cy="361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論理演算子</a:t>
            </a:r>
            <a:endParaRPr/>
          </a:p>
        </p:txBody>
      </p:sp>
      <p:pic>
        <p:nvPicPr>
          <p:cNvPr id="156" name="Google Shape;156;p29" title="Screenshot 2026-03-25 at 21.37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325" y="1268044"/>
            <a:ext cx="6797349" cy="3570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手の有効性を判定する</a:t>
            </a:r>
            <a:endParaRPr/>
          </a:p>
        </p:txBody>
      </p:sp>
      <p:pic>
        <p:nvPicPr>
          <p:cNvPr id="162" name="Google Shape;162;p30" title="Screenshot 2026-03-25 at 21.37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0422"/>
            <a:ext cx="9144003" cy="3250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手番を切り替えるロジック</a:t>
            </a:r>
            <a:endParaRPr/>
          </a:p>
        </p:txBody>
      </p:sp>
      <p:pic>
        <p:nvPicPr>
          <p:cNvPr id="168" name="Google Shape;168;p31" title="Screenshot 2026-03-25 at 21.39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8977"/>
            <a:ext cx="9144003" cy="2375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演習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演習コーディングタイムの講座の進め方は、まだ悩み中。</a:t>
            </a:r>
            <a:br>
              <a:rPr lang="ja"/>
            </a:br>
            <a:br>
              <a:rPr lang="ja"/>
            </a:br>
            <a:r>
              <a:rPr lang="ja"/>
              <a:t>・スライドでしていく or</a:t>
            </a:r>
            <a:br>
              <a:rPr lang="ja"/>
            </a:br>
            <a:r>
              <a:rPr lang="ja"/>
              <a:t>・Colabを見せながらコーディングしていく</a:t>
            </a:r>
            <a:endParaRPr/>
          </a:p>
        </p:txBody>
      </p:sp>
      <p:pic>
        <p:nvPicPr>
          <p:cNvPr id="175" name="Google Shape;175;p32" title="Screenshot 2026-03-25 at 21.41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22300"/>
            <a:ext cx="5964595" cy="202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2" title="Screenshot 2026-03-25 at 21.41.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021" y="3122300"/>
            <a:ext cx="6654981" cy="20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まとめ</a:t>
            </a:r>
            <a:endParaRPr/>
          </a:p>
        </p:txBody>
      </p:sp>
      <p:pic>
        <p:nvPicPr>
          <p:cNvPr id="182" name="Google Shape;182;p33" title="Screenshot 2026-03-25 at 21.42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8039"/>
            <a:ext cx="9144002" cy="3457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テーマ">
  <a:themeElements>
    <a:clrScheme name="緑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