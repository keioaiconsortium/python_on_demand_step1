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7e9e32c8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7e9e32c8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a58366e3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a58366e3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a58366e3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a58366e3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a58366e3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a58366e3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a58366e3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a58366e3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a58366e3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a58366e3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a58366e3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a58366e3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a58366e3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a58366e3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a58366e3d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a58366e3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a58366e3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da58366e3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31099" y="231377"/>
            <a:ext cx="1397000" cy="55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見出し" type="secHead">
  <p:cSld name="SECTION_HEAD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つのコンテンツ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5" name="Google Shape;85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7" name="Google Shape;87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" type="titleOnly">
  <p:cSld name="TITLE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コンテンツ" type="objTx">
  <p:cSld name="OBJECT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3" name="Google Shape;103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図" type="picTx">
  <p:cSld name="PICTURE_WITH_CAPTIO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1" name="Google Shape;111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縦書きテキスト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縦書きタイトルと&#10;縦書きテキスト" type="vertTitleAndTx">
  <p:cSld name="VERTICAL_TITLE_AND_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r>
              <a:rPr lang="ja"/>
              <a:t>1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3250"/>
              <a:t>Python入門オンデマンド講座</a:t>
            </a:r>
            <a:br>
              <a:rPr lang="ja"/>
            </a:br>
            <a:r>
              <a:rPr lang="ja"/>
              <a:t>第2回 リスト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作成モジュール：盤面を作り、操作・表示する</a:t>
            </a:r>
            <a:endParaRPr/>
          </a:p>
        </p:txBody>
      </p:sp>
      <p:pic>
        <p:nvPicPr>
          <p:cNvPr id="132" name="Google Shape;132;p25" title="Screenshot 2026-03-25 at 21.43.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49517"/>
            <a:ext cx="9144003" cy="1102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今回の小目標</a:t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盤面をリストで表現し、インデックスを使って</a:t>
            </a:r>
            <a:br>
              <a:rPr lang="ja"/>
            </a:br>
            <a:r>
              <a:rPr lang="ja"/>
              <a:t>操作・表示できるようにすること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前回の問題を振り返る</a:t>
            </a:r>
            <a:endParaRPr/>
          </a:p>
        </p:txBody>
      </p:sp>
      <p:pic>
        <p:nvPicPr>
          <p:cNvPr id="144" name="Google Shape;144;p27" title="Screenshot 2026-03-25 at 21.44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73128"/>
            <a:ext cx="9144003" cy="24645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リストとは何か</a:t>
            </a:r>
            <a:endParaRPr/>
          </a:p>
        </p:txBody>
      </p:sp>
      <p:pic>
        <p:nvPicPr>
          <p:cNvPr id="150" name="Google Shape;150;p28" title="Screenshot 2026-03-25 at 21.45.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53939"/>
            <a:ext cx="9144003" cy="2683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インデックスで要素にアクセスする</a:t>
            </a:r>
            <a:endParaRPr/>
          </a:p>
        </p:txBody>
      </p:sp>
      <p:pic>
        <p:nvPicPr>
          <p:cNvPr id="156" name="Google Shape;156;p29" title="Screenshot 2026-03-25 at 21.45.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67784"/>
            <a:ext cx="9144003" cy="1964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要素を変更する</a:t>
            </a:r>
            <a:endParaRPr/>
          </a:p>
        </p:txBody>
      </p:sp>
      <p:pic>
        <p:nvPicPr>
          <p:cNvPr id="162" name="Google Shape;162;p30" title="Screenshot 2026-03-25 at 21.46.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68722"/>
            <a:ext cx="9144003" cy="1821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len()</a:t>
            </a:r>
            <a:r>
              <a:rPr lang="ja"/>
              <a:t>でリストの長さを確認する</a:t>
            </a:r>
            <a:endParaRPr/>
          </a:p>
        </p:txBody>
      </p:sp>
      <p:pic>
        <p:nvPicPr>
          <p:cNvPr id="168" name="Google Shape;168;p31" title="Screenshot 2026-03-25 at 21.47.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47265"/>
            <a:ext cx="9144003" cy="1580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in</a:t>
            </a:r>
            <a:r>
              <a:rPr lang="ja"/>
              <a:t>演算子で要素の存在を確認する</a:t>
            </a:r>
            <a:endParaRPr/>
          </a:p>
        </p:txBody>
      </p:sp>
      <p:pic>
        <p:nvPicPr>
          <p:cNvPr id="174" name="Google Shape;174;p32" title="Screenshot 2026-03-25 at 21.48.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06191"/>
            <a:ext cx="9144003" cy="2080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演習</a:t>
            </a:r>
            <a:endParaRPr/>
          </a:p>
        </p:txBody>
      </p:sp>
      <p:sp>
        <p:nvSpPr>
          <p:cNvPr id="180" name="Google Shape;180;p3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演習コーディングタイムの講座の進め方は、まだ悩み中。</a:t>
            </a:r>
            <a:br>
              <a:rPr lang="ja"/>
            </a:br>
            <a:br>
              <a:rPr lang="ja"/>
            </a:br>
            <a:r>
              <a:rPr lang="ja"/>
              <a:t>・スライドでしていく or</a:t>
            </a:r>
            <a:br>
              <a:rPr lang="ja"/>
            </a:br>
            <a:r>
              <a:rPr lang="ja"/>
              <a:t>・Colabを見せながらコーディングしていく</a:t>
            </a:r>
            <a:endParaRPr/>
          </a:p>
        </p:txBody>
      </p:sp>
      <p:pic>
        <p:nvPicPr>
          <p:cNvPr id="181" name="Google Shape;181;p33" title="Screenshot 2026-03-25 at 21.49.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723150"/>
            <a:ext cx="6429133" cy="242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3" title="Screenshot 2026-03-25 at 21.49.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3025" y="2723148"/>
            <a:ext cx="11265521" cy="242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まとめ</a:t>
            </a:r>
            <a:endParaRPr/>
          </a:p>
        </p:txBody>
      </p:sp>
      <p:pic>
        <p:nvPicPr>
          <p:cNvPr id="188" name="Google Shape;188;p34" title="Screenshot 2026-03-25 at 21.50.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9625" y="1603975"/>
            <a:ext cx="5904751" cy="340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テーマ">
  <a:themeElements>
    <a:clrScheme name="緑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