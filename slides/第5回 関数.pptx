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7e9e32c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7e9e32c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cc4a4c9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cc4a4c9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c4a4c90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c4a4c90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cc4a4c90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cc4a4c9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cc4a4c90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cc4a4c90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cc4a4c90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cc4a4c90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cc4a4c90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cc4a4c90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cc4a4c90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cc4a4c90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cc4a4c90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cc4a4c90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cc4a4c90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cc4a4c90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cc4a4c90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cc4a4c90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a569e04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a569e04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a569e04f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a569e04f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a569e04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a569e04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a569e04f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a569e04f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a569e04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a569e04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a569e04f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a569e04f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a569e04f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a569e04f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a569e04f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a569e04f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31099" y="231377"/>
            <a:ext cx="1397000" cy="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5" name="Google Shape;85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7" name="Google Shape;87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3" name="Google Shape;103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1" name="Google Shape;11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r>
              <a:rPr lang="ja"/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3250"/>
              <a:t>Python入門オンデマンド講座</a:t>
            </a:r>
            <a:br>
              <a:rPr lang="ja"/>
            </a:br>
            <a:r>
              <a:rPr lang="ja"/>
              <a:t>第5回 関数</a:t>
            </a:r>
            <a:endParaRPr/>
          </a:p>
        </p:txBody>
      </p:sp>
      <p:sp>
        <p:nvSpPr>
          <p:cNvPr id="131" name="Google Shape;131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作成モジュール：第1回〜4回のフラットコードを関数群にリファクタリング</a:t>
            </a:r>
            <a:endParaRPr/>
          </a:p>
        </p:txBody>
      </p:sp>
      <p:pic>
        <p:nvPicPr>
          <p:cNvPr id="132" name="Google Shape;132;p25" title="Screenshot 2026-03-25 at 21.10.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1742"/>
            <a:ext cx="9144003" cy="1102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今回のゴール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rgbClr val="434343"/>
                </a:solidFill>
              </a:rPr>
              <a:t>今まで書いたコードを使い回せるようにしよう!</a:t>
            </a:r>
            <a:endParaRPr b="1" sz="2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 sz="2400">
                <a:solidFill>
                  <a:srgbClr val="434343"/>
                </a:solidFill>
              </a:rPr>
              <a:t>そのために...</a:t>
            </a:r>
            <a:endParaRPr sz="2400">
              <a:solidFill>
                <a:srgbClr val="434343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2500"/>
              <a:buChar char="✓"/>
            </a:pPr>
            <a:r>
              <a:rPr lang="ja" sz="2500"/>
              <a:t>関数の作り方を知ろう</a:t>
            </a:r>
            <a:endParaRPr sz="2500"/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✓"/>
            </a:pPr>
            <a:r>
              <a:rPr lang="ja" sz="2500"/>
              <a:t>関数の使い方を知ろう</a:t>
            </a:r>
            <a:endParaRPr sz="25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コードを楽に書くには</a:t>
            </a:r>
            <a:endParaRPr/>
          </a:p>
        </p:txBody>
      </p:sp>
      <p:sp>
        <p:nvSpPr>
          <p:cNvPr id="144" name="Google Shape;144;p27"/>
          <p:cNvSpPr txBox="1"/>
          <p:nvPr>
            <p:ph idx="1" type="body"/>
          </p:nvPr>
        </p:nvSpPr>
        <p:spPr>
          <a:xfrm>
            <a:off x="2547438" y="4155825"/>
            <a:ext cx="4049100" cy="82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きっと何度も使うはず...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どうやってプログラムを書く?</a:t>
            </a:r>
            <a:endParaRPr/>
          </a:p>
        </p:txBody>
      </p:sp>
      <p:pic>
        <p:nvPicPr>
          <p:cNvPr id="145" name="Google Shape;1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4675" y="1661000"/>
            <a:ext cx="4414625" cy="238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7"/>
          <p:cNvSpPr txBox="1"/>
          <p:nvPr/>
        </p:nvSpPr>
        <p:spPr>
          <a:xfrm>
            <a:off x="2176200" y="1109350"/>
            <a:ext cx="479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2100">
                <a:solidFill>
                  <a:schemeClr val="dk1"/>
                </a:solidFill>
              </a:rPr>
              <a:t>前回の「勝者チェック」プログラム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コードを楽に書くには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2547438" y="4155825"/>
            <a:ext cx="4049100" cy="82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きっと何度も使うはず...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どうやってプログラムを書く?</a:t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2176200" y="1109350"/>
            <a:ext cx="479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dk1"/>
                </a:solidFill>
              </a:rPr>
              <a:t>前回の「勝者チェック」プログラム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488" y="382375"/>
            <a:ext cx="4105025" cy="451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コードを楽に書くには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2547438" y="4155825"/>
            <a:ext cx="4049100" cy="82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きっと何度も使うはず...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どうやってプログラムを書く?</a:t>
            </a:r>
            <a:endParaRPr/>
          </a:p>
        </p:txBody>
      </p:sp>
      <p:sp>
        <p:nvSpPr>
          <p:cNvPr id="161" name="Google Shape;161;p29"/>
          <p:cNvSpPr txBox="1"/>
          <p:nvPr/>
        </p:nvSpPr>
        <p:spPr>
          <a:xfrm>
            <a:off x="2176200" y="1109350"/>
            <a:ext cx="479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dk1"/>
                </a:solidFill>
              </a:rPr>
              <a:t>前回の「勝者チェック」プログラム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62" name="Google Shape;16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725" y="-418825"/>
            <a:ext cx="4212551" cy="588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コードを楽に書くには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2547438" y="4155825"/>
            <a:ext cx="4049100" cy="82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きっと何度も使うはず...</a:t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どうやってプログラムを書く?</a:t>
            </a:r>
            <a:endParaRPr/>
          </a:p>
        </p:txBody>
      </p:sp>
      <p:sp>
        <p:nvSpPr>
          <p:cNvPr id="169" name="Google Shape;169;p30"/>
          <p:cNvSpPr txBox="1"/>
          <p:nvPr/>
        </p:nvSpPr>
        <p:spPr>
          <a:xfrm>
            <a:off x="2176200" y="1109350"/>
            <a:ext cx="479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 sz="2100">
                <a:solidFill>
                  <a:schemeClr val="dk1"/>
                </a:solidFill>
              </a:rPr>
              <a:t>前回の「勝者チェック」プログラム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70" name="Google Shape;1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5725" y="-418825"/>
            <a:ext cx="4212551" cy="588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/>
        </p:nvSpPr>
        <p:spPr>
          <a:xfrm>
            <a:off x="2847910" y="1758150"/>
            <a:ext cx="3448200" cy="162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700">
                <a:solidFill>
                  <a:schemeClr val="dk1"/>
                </a:solidFill>
              </a:rPr>
              <a:t>見づらい</a:t>
            </a:r>
            <a:endParaRPr sz="3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3700">
                <a:solidFill>
                  <a:schemeClr val="dk1"/>
                </a:solidFill>
              </a:rPr>
              <a:t>直しづらい</a:t>
            </a:r>
            <a:endParaRPr sz="3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コードを楽に書くには</a:t>
            </a:r>
            <a:endParaRPr/>
          </a:p>
        </p:txBody>
      </p:sp>
      <p:sp>
        <p:nvSpPr>
          <p:cNvPr id="177" name="Google Shape;177;p31"/>
          <p:cNvSpPr txBox="1"/>
          <p:nvPr>
            <p:ph idx="1" type="body"/>
          </p:nvPr>
        </p:nvSpPr>
        <p:spPr>
          <a:xfrm>
            <a:off x="628650" y="1369225"/>
            <a:ext cx="7886700" cy="372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同じようなコードが何個もあると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見づらい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ミスに気づきにくい</a:t>
            </a:r>
            <a:br>
              <a:rPr lang="ja"/>
            </a:br>
            <a:r>
              <a:rPr b="1" lang="ja"/>
              <a:t>⇒バグの温床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直しづらい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コードに修正があったら…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全箇所を修正</a:t>
            </a:r>
            <a:br>
              <a:rPr lang="ja"/>
            </a:br>
            <a:r>
              <a:rPr lang="ja"/>
              <a:t>→修正を忘れる・間違える</a:t>
            </a:r>
            <a:br>
              <a:rPr lang="ja"/>
            </a:br>
            <a:r>
              <a:rPr b="1" lang="ja"/>
              <a:t>⇒バグの温床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</p:txBody>
      </p:sp>
      <p:pic>
        <p:nvPicPr>
          <p:cNvPr id="178" name="Google Shape;17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875" y="1140087"/>
            <a:ext cx="2664475" cy="372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コードを楽に書くには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628650" y="1369225"/>
            <a:ext cx="7886700" cy="372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同じようなコードが何個もあると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見づらい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ミスに気づきにくい</a:t>
            </a:r>
            <a:br>
              <a:rPr lang="ja"/>
            </a:br>
            <a:r>
              <a:rPr b="1" lang="ja"/>
              <a:t>⇒バグの温床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直しづらい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コードに修正があったら…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全箇所を修正</a:t>
            </a:r>
            <a:br>
              <a:rPr lang="ja"/>
            </a:br>
            <a:r>
              <a:rPr lang="ja"/>
              <a:t>→修正を忘れる・間違える</a:t>
            </a:r>
            <a:br>
              <a:rPr lang="ja"/>
            </a:br>
            <a:r>
              <a:rPr b="1" lang="ja"/>
              <a:t>⇒バグの温床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</p:txBody>
      </p:sp>
      <p:pic>
        <p:nvPicPr>
          <p:cNvPr id="185" name="Google Shape;18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875" y="1140087"/>
            <a:ext cx="2664475" cy="372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/>
        </p:nvSpPr>
        <p:spPr>
          <a:xfrm>
            <a:off x="1860900" y="2074650"/>
            <a:ext cx="5422200" cy="99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" sz="2100">
                <a:solidFill>
                  <a:srgbClr val="434343"/>
                </a:solidFill>
              </a:rPr>
              <a:t>同じコードは1回書いて使いまわしたい!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コードを楽に書くには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628650" y="1369225"/>
            <a:ext cx="7886700" cy="3721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同じようなコードが何個もあると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見づらい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ミスに気づきにくい</a:t>
            </a:r>
            <a:br>
              <a:rPr lang="ja"/>
            </a:br>
            <a:r>
              <a:rPr b="1" lang="ja"/>
              <a:t>⇒バグの温床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直しづらい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コードに修正があったら…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全箇所を修正</a:t>
            </a:r>
            <a:br>
              <a:rPr lang="ja"/>
            </a:br>
            <a:r>
              <a:rPr lang="ja"/>
              <a:t>→修正を忘れる・間違える</a:t>
            </a:r>
            <a:br>
              <a:rPr lang="ja"/>
            </a:br>
            <a:r>
              <a:rPr b="1" lang="ja"/>
              <a:t>⇒バグの温床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</a:endParaRPr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875" y="1140087"/>
            <a:ext cx="2664475" cy="372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 txBox="1"/>
          <p:nvPr/>
        </p:nvSpPr>
        <p:spPr>
          <a:xfrm>
            <a:off x="1860900" y="2074650"/>
            <a:ext cx="5422200" cy="994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ja" sz="2100">
                <a:solidFill>
                  <a:srgbClr val="434343"/>
                </a:solidFill>
              </a:rPr>
              <a:t>同じコードは1回書いて使いまわしたい!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3721050" y="2874750"/>
            <a:ext cx="1701900" cy="59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3200">
                <a:solidFill>
                  <a:srgbClr val="434343"/>
                </a:solidFill>
              </a:rPr>
              <a:t>⇒ 関数</a:t>
            </a:r>
            <a:endParaRPr b="1" sz="32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関数とは?</a:t>
            </a:r>
            <a:endParaRPr/>
          </a:p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いくつかの</a:t>
            </a:r>
            <a:r>
              <a:rPr b="1" lang="ja"/>
              <a:t>コード</a:t>
            </a:r>
            <a:r>
              <a:rPr lang="ja"/>
              <a:t>を</a:t>
            </a:r>
            <a:r>
              <a:rPr b="1" lang="ja"/>
              <a:t>一纏め</a:t>
            </a:r>
            <a:r>
              <a:rPr lang="ja"/>
              <a:t>にして</a:t>
            </a:r>
            <a:r>
              <a:rPr b="1" lang="ja"/>
              <a:t>名前をつけた</a:t>
            </a:r>
            <a:r>
              <a:rPr lang="ja"/>
              <a:t>もの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できること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名前を呼ぶだけで複雑なコードも実行できる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一度作れば何度も呼び出せる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ja"/>
              <a:t>「引数」で後からカスタマイズできる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5" title="Screenshot 2026-03-25 at 21.12.26.png"/>
          <p:cNvPicPr preferRelativeResize="0"/>
          <p:nvPr/>
        </p:nvPicPr>
        <p:blipFill rotWithShape="1">
          <a:blip r:embed="rId3">
            <a:alphaModFix/>
          </a:blip>
          <a:srcRect b="31667" l="0" r="78809" t="39817"/>
          <a:stretch/>
        </p:blipFill>
        <p:spPr>
          <a:xfrm>
            <a:off x="4313500" y="2225725"/>
            <a:ext cx="4201851" cy="12451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今回の小目標</a:t>
            </a:r>
            <a:endParaRPr/>
          </a:p>
        </p:txBody>
      </p:sp>
      <p:sp>
        <p:nvSpPr>
          <p:cNvPr id="214" name="Google Shape;214;p3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ja"/>
              <a:t>これまで書いたフラットなコードを関数という部品にまとめ、</a:t>
            </a:r>
            <a:br>
              <a:rPr lang="ja"/>
            </a:br>
            <a:r>
              <a:rPr lang="ja"/>
              <a:t>再利用可能にすること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関数とは何か</a:t>
            </a:r>
            <a:endParaRPr/>
          </a:p>
        </p:txBody>
      </p:sp>
      <p:pic>
        <p:nvPicPr>
          <p:cNvPr id="220" name="Google Shape;220;p37" title="Screenshot 2026-03-25 at 21.11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36428"/>
            <a:ext cx="9144003" cy="870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関数の定義構文</a:t>
            </a:r>
            <a:endParaRPr/>
          </a:p>
        </p:txBody>
      </p:sp>
      <p:pic>
        <p:nvPicPr>
          <p:cNvPr id="226" name="Google Shape;226;p38" title="Screenshot 2026-03-25 at 21.12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9953"/>
            <a:ext cx="9144003" cy="2013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例）盤面を表示する関数</a:t>
            </a:r>
            <a:endParaRPr/>
          </a:p>
        </p:txBody>
      </p:sp>
      <p:pic>
        <p:nvPicPr>
          <p:cNvPr id="232" name="Google Shape;232;p39" title="Screenshot 2026-03-25 at 21.13.2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29179"/>
            <a:ext cx="9144003" cy="336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引数と戻り値のある関数</a:t>
            </a:r>
            <a:endParaRPr/>
          </a:p>
        </p:txBody>
      </p:sp>
      <p:pic>
        <p:nvPicPr>
          <p:cNvPr id="238" name="Google Shape;238;p40" title="Screenshot 2026-03-25 at 21.14.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69021"/>
            <a:ext cx="9144003" cy="2513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今回定義する関数一覧</a:t>
            </a:r>
            <a:endParaRPr/>
          </a:p>
        </p:txBody>
      </p:sp>
      <p:pic>
        <p:nvPicPr>
          <p:cNvPr id="244" name="Google Shape;244;p41" title="Screenshot 2026-03-25 at 21.15.5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025" y="1203250"/>
            <a:ext cx="5867949" cy="376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演習</a:t>
            </a:r>
            <a:endParaRPr/>
          </a:p>
        </p:txBody>
      </p:sp>
      <p:pic>
        <p:nvPicPr>
          <p:cNvPr id="250" name="Google Shape;250;p42" title="Screenshot 2026-03-25 at 21.17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97225"/>
            <a:ext cx="4205476" cy="23462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2"/>
          <p:cNvSpPr txBox="1"/>
          <p:nvPr/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" sz="2100">
                <a:solidFill>
                  <a:srgbClr val="000000"/>
                </a:solidFill>
              </a:rPr>
              <a:t>演習コーディングタイムの講座の進め方は、まだ悩み中。</a:t>
            </a:r>
            <a:br>
              <a:rPr lang="ja" sz="2100">
                <a:solidFill>
                  <a:srgbClr val="000000"/>
                </a:solidFill>
              </a:rPr>
            </a:br>
            <a:br>
              <a:rPr lang="ja" sz="2100">
                <a:solidFill>
                  <a:srgbClr val="000000"/>
                </a:solidFill>
              </a:rPr>
            </a:br>
            <a:r>
              <a:rPr lang="ja" sz="2100">
                <a:solidFill>
                  <a:srgbClr val="000000"/>
                </a:solidFill>
              </a:rPr>
              <a:t>・スライドでしていく or</a:t>
            </a:r>
            <a:br>
              <a:rPr lang="ja" sz="2100">
                <a:solidFill>
                  <a:srgbClr val="000000"/>
                </a:solidFill>
              </a:rPr>
            </a:br>
            <a:r>
              <a:rPr lang="ja" sz="2100">
                <a:solidFill>
                  <a:srgbClr val="000000"/>
                </a:solidFill>
              </a:rPr>
              <a:t>・Colabを見せながらコーディングしていく</a:t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252" name="Google Shape;252;p42" title="Screenshot 2026-03-25 at 21.18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5487" y="2797225"/>
            <a:ext cx="4938511" cy="234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まとめ</a:t>
            </a:r>
            <a:endParaRPr/>
          </a:p>
        </p:txBody>
      </p:sp>
      <p:pic>
        <p:nvPicPr>
          <p:cNvPr id="258" name="Google Shape;258;p43" title="Screenshot 2026-03-25 at 21.20.1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5735"/>
            <a:ext cx="9143998" cy="3675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テーマ">
  <a:themeElements>
    <a:clrScheme name="緑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