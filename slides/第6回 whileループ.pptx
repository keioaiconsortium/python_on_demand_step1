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e9e32c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7e9e32c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a568bdf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a568bdf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a568bdf1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a568bdf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a568bdf1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a568bdf1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568bdf1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a568bdf1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568bdf1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a568bdf1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a568bdf1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a568bdf1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a568bdf1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a568bdf1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1099" y="231377"/>
            <a:ext cx="13970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r>
              <a:rPr lang="ja"/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250"/>
              <a:t>Python入門オンデマンド講座</a:t>
            </a:r>
            <a:br>
              <a:rPr lang="ja"/>
            </a:br>
            <a:r>
              <a:rPr lang="ja"/>
              <a:t>第6回 whileループ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作成モジュール：ゲームループを組み、CUI版のまるバツゲームを動かす。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今回の小目標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whileループでゲームを1ターンずつ進行させ、Colab上でCUI版マルバツゲームを動かすこと</a:t>
            </a:r>
            <a:endParaRPr/>
          </a:p>
        </p:txBody>
      </p:sp>
      <p:pic>
        <p:nvPicPr>
          <p:cNvPr id="138" name="Google Shape;138;p26" title="Screenshot 2026-03-25 at 21.00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57"/>
            <a:ext cx="9144003" cy="109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while</a:t>
            </a:r>
            <a:r>
              <a:rPr lang="ja"/>
              <a:t>ループとは</a:t>
            </a:r>
            <a:endParaRPr/>
          </a:p>
        </p:txBody>
      </p:sp>
      <p:pic>
        <p:nvPicPr>
          <p:cNvPr id="144" name="Google Shape;144;p27" title="Screenshot 2026-03-25 at 21.02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68078"/>
            <a:ext cx="9144003" cy="1607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while True</a:t>
            </a:r>
            <a:r>
              <a:rPr lang="ja"/>
              <a:t>とbreak</a:t>
            </a:r>
            <a:endParaRPr/>
          </a:p>
        </p:txBody>
      </p:sp>
      <p:pic>
        <p:nvPicPr>
          <p:cNvPr id="150" name="Google Shape;150;p28" title="Screenshot 2026-03-25 at 21.02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81099"/>
            <a:ext cx="9144003" cy="2076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continue</a:t>
            </a:r>
            <a:r>
              <a:rPr lang="ja"/>
              <a:t>でスキップする</a:t>
            </a:r>
            <a:endParaRPr/>
          </a:p>
        </p:txBody>
      </p:sp>
      <p:pic>
        <p:nvPicPr>
          <p:cNvPr id="156" name="Google Shape;156;p29" title="Screenshot 2026-03-25 at 21.03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44831"/>
            <a:ext cx="9144003" cy="1785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input()</a:t>
            </a:r>
            <a:r>
              <a:rPr lang="ja"/>
              <a:t>でユーザ入力を受け取る</a:t>
            </a:r>
            <a:endParaRPr/>
          </a:p>
        </p:txBody>
      </p:sp>
      <p:pic>
        <p:nvPicPr>
          <p:cNvPr id="162" name="Google Shape;162;p30" title="Screenshot 2026-03-25 at 21.04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89872"/>
            <a:ext cx="9144003" cy="2678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ゲームループの全体像</a:t>
            </a:r>
            <a:endParaRPr/>
          </a:p>
        </p:txBody>
      </p:sp>
      <p:pic>
        <p:nvPicPr>
          <p:cNvPr id="168" name="Google Shape;168;p31" title="Screenshot 2026-03-25 at 21.05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4355"/>
            <a:ext cx="9144003" cy="2147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演習</a:t>
            </a:r>
            <a:endParaRPr/>
          </a:p>
        </p:txBody>
      </p:sp>
      <p:pic>
        <p:nvPicPr>
          <p:cNvPr id="174" name="Google Shape;174;p32" title="Screenshot 2026-03-25 at 21.07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60987"/>
            <a:ext cx="9144000" cy="1987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2"/>
          <p:cNvSpPr txBox="1"/>
          <p:nvPr/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 sz="2100">
                <a:solidFill>
                  <a:srgbClr val="000000"/>
                </a:solidFill>
              </a:rPr>
              <a:t>演習コーディングタイムの講座の進め方は、まだ悩み中。</a:t>
            </a:r>
            <a:br>
              <a:rPr lang="ja" sz="2100">
                <a:solidFill>
                  <a:srgbClr val="000000"/>
                </a:solidFill>
              </a:rPr>
            </a:br>
            <a:br>
              <a:rPr lang="ja" sz="2100">
                <a:solidFill>
                  <a:srgbClr val="000000"/>
                </a:solidFill>
              </a:rPr>
            </a:br>
            <a:r>
              <a:rPr lang="ja" sz="2100">
                <a:solidFill>
                  <a:srgbClr val="000000"/>
                </a:solidFill>
              </a:rPr>
              <a:t>・スライドでしていく</a:t>
            </a:r>
            <a:r>
              <a:rPr lang="ja" sz="2100"/>
              <a:t> or</a:t>
            </a:r>
            <a:br>
              <a:rPr lang="ja" sz="2100">
                <a:solidFill>
                  <a:srgbClr val="000000"/>
                </a:solidFill>
              </a:rPr>
            </a:br>
            <a:r>
              <a:rPr lang="ja" sz="2100">
                <a:solidFill>
                  <a:srgbClr val="000000"/>
                </a:solidFill>
              </a:rPr>
              <a:t>・Colabを見せながらコーディングしていく</a:t>
            </a:r>
            <a:endParaRPr sz="2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テーマ">
  <a:themeElements>
    <a:clrScheme name="緑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